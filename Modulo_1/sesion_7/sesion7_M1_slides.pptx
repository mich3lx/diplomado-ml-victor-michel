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MODULO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8EA"/>
                </a:solidFill>
              </a:rPr>
              <a:t>Introduccion a Python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138988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Sesion 7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848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3B1"/>
                </a:solidFill>
              </a:rPr>
              <a:t>T5 — Pandas Avanzado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65760" y="24505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</a:rPr>
              <a:t>groupby · apply · merge · datos faltantes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834640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1752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" y="29992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Miercoles 29 de abril de 2026  ·  18:00 - 21:00 h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832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" y="33649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Modalidad: En linea via Zoom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490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" y="3730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Instructor: Eric  ·  Diplomado ML en Seguros, FC UNAM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Aviso: viernes 1 de mayo NO hay sesion — Dia del Trabajo · Siguiente: sabado 2 mayo 07-11h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 Hoy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Sesion 7  ·  3 horas  ·  Miercoles 29 de abril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33856"/>
            <a:ext cx="1508760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33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18:00-18:10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38528" y="1133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Revision S6 — preguntas sobre DataFrame y filtros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56893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56893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18:10-18:50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8528" y="1656893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groupby — el Tabla Dinamica de 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125066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79930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799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18:50-19:25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8528" y="217993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apply — aplicar cualquier funcion fila por fila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702966"/>
            <a:ext cx="150876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0296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19:25-19:35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38528" y="270296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Receso (10 minutos)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3171139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226003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26003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19:35-20:10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38528" y="3226003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merge — unir dos DataFrames (el BUSCARV de pandas)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3749040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749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20:10-20:45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38528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Datos faltantes: NaN, isna, fillna, dropna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4217213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272077"/>
            <a:ext cx="150876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27207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20:45-21:00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38528" y="4272077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Ejercicio integrador de la sesion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T5 · groupby — EL 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¿Como Resumo la Cartera por Grupo?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problema que groupby viene a resolver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Tu jefe pide: prima total por ramo, siniestros promedio por grupo de edad, polizas por vehiculo. Sin groupby tendrias que filtrar manualmente cada valor — tedioso y no escala.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4315968" cy="157276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82496"/>
            <a:ext cx="431596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8249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Sin groupby — no escala (MAL)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299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gmm   = df[df['ramo']=='GMM']['prima'].sum()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808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 = df[df['ramo']=='Autos']['prima'].sum()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317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  = df[df['ramo']=='Vida']['prima'].sum()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825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una linea por cada ramo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63347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si hay 20 ramos?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28032" y="1682496"/>
            <a:ext cx="3968496" cy="157276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682496"/>
            <a:ext cx="396849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682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 groupby — 1 linea (BIEN)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56048" y="20299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Todos los ramos de una vez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56048" y="21808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df.groupby('ramo')['prima'].sum()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56048" y="23317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56048" y="248259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ramo    prima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263347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Autos   58,300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56048" y="278434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GMM    156,200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29352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Vida    42,800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3467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Logica: Split → Apply → Combine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" y="3657600"/>
            <a:ext cx="2688336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65760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Split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" y="4005072"/>
            <a:ext cx="26883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8912" y="407822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Divide por grupo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54096" y="411480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A8A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00400" y="3657600"/>
            <a:ext cx="2688336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65760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0" y="4005072"/>
            <a:ext cx="26883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91840" y="407822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Aplica la funcion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07024" y="411480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A8A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53328" y="3657600"/>
            <a:ext cx="2688336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365760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Combine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53328" y="4005072"/>
            <a:ext cx="26883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44768" y="407822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Une resultados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T5 · groupby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T5 · groupby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groupby: Todas las Formas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Desde el caso mas simple hasta .agg() con multiples funciones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Funciones de agregacion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total por ramo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590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df.groupby('ramo')['prima'].sum()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677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8765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promedio por grupo de edad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df.groupby('g_edad')['prima'].mean()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8940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4028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Polizas por vehiculo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9115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df.groupby('vehiculo')['poliza'].count()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4203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9290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Multiples columnas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4378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df.groupby('ramo')[['prima','siniest']].sum()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9466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4553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Agrupar por 2 columnas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9641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df.groupby(['ramo','g_edad'])['prima'].sum()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4728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9816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Contar filas por grupo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4904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df.groupby('ramo').size()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9991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5079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reset_index: convertir a DataFrame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016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df.groupby('ramo')['prima'].sum().reset_index()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.agg() — multiples funciones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13350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Calcular varias estadisticas a la vez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148590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 = df.groupby('ramo').agg(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163677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polizas    = ('poliza', 'count'),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178765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prima_total= ('prima',  'sum'),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193852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prima_prom = ('prima',  'mean'),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08940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siniest_tot= ('siniest','sum'),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24028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39115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54203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print(resumen)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69290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84378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Funcion personalizada con agg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99466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rango(x): return x.max()-x.min()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14553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29641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df.groupby('ramo')['prima'].agg([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44728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'sum','mean','std',rango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59816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74904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89991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Columna de porcentaje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05079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resumen['pct'] = (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2016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resumen['prima_total']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3525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resumen['prima_total'].sum()*100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5034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).round(1)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T5 · groupby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T5 · apply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apply: Aplicar Cualquier Funcion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Cuando la operacion vectorizada no alcanza — usas apply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.apply() recorre cada elemento, columna o fila y le aplica una funcion. Es mas lento que las operaciones vectorizadas pero te permite usar CUALQUIER funcion, incluyendo las de mi_modulo.py.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315968" cy="34564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27632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2763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apply sobre columna (Serie)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mi_modulo import clasificar_riesgo, grupo_edad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2598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7685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funcion de mi_modulo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2773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df['riesgo'] = df['siniest'].apply(clasificar_riesgo)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7860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df['g_edad'] = df['edad'].apply(grupo_edad)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2948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8036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lambda para logica rapida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3123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df['prima_cat'] = df['prima'].apply(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8211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p: 'Alta' if p &gt; 8000 else 'Baja'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3298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8386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3474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funcion propia del notebook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8561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aplicar_descuento(prima, pct=0.05):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3649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prima*(1-pct)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873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2382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df['prima_desc'] = df['prima'].apply(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891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aplicar_descuento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5399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28032" y="1627632"/>
            <a:ext cx="3968496" cy="34564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162763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apply sobre filas (axis=1)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197510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axis=1: la funcion recibe CADA FILA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212598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(como un diccionario)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27685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42773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tarifas={'Sedan':0.025,'SUV':0.035,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57860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'Hatchback':0.022}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72948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88036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calcular_prima_fila(fila):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03123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tasa=tarifas.get(fila['vehiculo'],0.03)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18211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fila['suma']*tasa*1.16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33298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348386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df['prima']=df.apply(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63474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calcular_prima_fila,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78561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axis=1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93649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40873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42382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Equivalente con lambda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43891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df['prima']=df.apply(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453999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r: r['suma']*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69087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tarifas.get(r['vehiculo'],0.03)*1.16,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84174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axis=1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9926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47472" y="5157216"/>
            <a:ext cx="8449056" cy="256032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51846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Tip: si puedes hacer df['col']*1.16, hazlo — es 10-100x mas rapido que apply. Usa apply solo cuando necesitas logica compleja por fila.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T5 · apply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T5 · merge — EL 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¿Como Uno Dos Tablas?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El equivalente del BUSCARV de Excel — pero mucho mas poderoso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En seguros los datos viven en tablas separadas: la cartera en un CSV, las tarifas en otro, los siniestros en un tercero. merge() los une por una clave comun, como el BUSCARV pero para tablas enteras.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4315968" cy="14447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45920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Tabla A: cartera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9339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| titular | ramo_id | prima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442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P01    | Ana     | R01     | 2400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951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P02    | Luis    | R02     | 6200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460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P03    | Maria   | R01     | 1900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28032" y="1645920"/>
            <a:ext cx="3968496" cy="14447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645920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Tabla B: ramos (catalogo)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56048" y="199339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ramo_id | nombre_ramo  | cobertura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56048" y="21442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R01     | GMM          | 500,000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56048" y="22951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R02     | Autos        | 300,000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56048" y="24460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R03     | Vida         | 1,000,000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182112"/>
            <a:ext cx="8449056" cy="109728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182112"/>
            <a:ext cx="844905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82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Resultado del merge — tabla combinada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352958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| titular | ramo_id | prima | nombre_ramo | cobertura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68046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P01    | Ana     | R01     | 2400  | GMM         | 500,000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383133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P02    | Luis    | R02     | 6200  | Autos       | 300,000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398221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P03    | Maria   | R01     | 1900  | GMM         | 500,000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4370832"/>
            <a:ext cx="8449056" cy="45720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4256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pd.merge(cartera, ramos, on='ramo_id', how='left')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T5 · merge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T5 · merge · TIPOS Y USO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Tipos de merge y Como Usarlo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parametro how define que filas aparecen en el resultado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1828800" cy="9144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789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left — el mas usado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how='left'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987552"/>
            <a:ext cx="65105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20700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Todas las filas de A + las de B que coincidan. Si B no tiene coincidencia → NaN. Usa este el 95% de las veces en actuaria.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011680"/>
            <a:ext cx="18288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0312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inner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248716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how='inner'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2011680"/>
            <a:ext cx="65105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95728" y="2231136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Solo filas con coincidencia en AMBAS tablas. Las que no coinciden desaparecen. Util para intersecciones limpias.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035808"/>
            <a:ext cx="1828800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1272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351129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how='outer'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3035808"/>
            <a:ext cx="65105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95728" y="325526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Todas las filas de A y B. Donde no hay coincidencia → NaN. Util para detectar registros faltantes.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4059936"/>
            <a:ext cx="8449056" cy="10058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4059936"/>
            <a:ext cx="844905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599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Formas de hacer merge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440740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pd.merge(A, B, on='clave', how='left')            # clave con mismo nombre en ambas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55828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pd.merge(A, B, left_on='id_A', right_on='id_B')   # claves con nombres distintos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70916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pd.merge(A, B, on=['ramo','zona'], how='inner')    # multiples claves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T5 · merge tipos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T5 · DATOS FALTANTES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NaN: Detectar, Rellenar y Eliminar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En datos reales de seguros siempre hay campos vacios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NaN (Not a Number) representa un valor faltante. Aparece en CSVs con celdas vacias, merges sin coincidencia o calculos imposibles. En pandas la mayoria de operaciones los ignoran — pero hay que manejarlos explicitamente antes de modelar.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4315968" cy="343814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45920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Detectar y rellenar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9339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442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951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Cuantos NaN por columna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460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968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4777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Porcentaje de NaN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9864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(df.isna().mean()*100).round(1)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4952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20040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fillna: rellenar con valor fijo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5127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df['prima'].fillna(0)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0215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df['ramo'].fillna('Sin ramo')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5302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80390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fillna: rellenar con media/mediana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5478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df['prima'].fillna(df['prima'].mean())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10565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25653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fillna: multiples columnas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40740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55828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'prima':  df['prima'].median(),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70916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'siniest':0, 'ramo':'Sin ramo',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6003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28032" y="1645920"/>
            <a:ext cx="3968496" cy="343814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1645920"/>
            <a:ext cx="396849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dropna y duplicados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56048" y="199339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dropna: eliminar filas con NaN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1442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2951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4460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Solo si NaN en columnas clave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59689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df.dropna(subset=['prima','ramo'])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74777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89864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Solo si TODAS son NaN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0495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df.dropna(how='all')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320040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35127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cuanto pierdes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50215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print(f'Antes: {len(df)}')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65302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limpio=df.dropna(subset=['prima'])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80390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print(f'Despues: {len(limpio)}')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95478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410565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Duplicados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425653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40740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55828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df.drop_duplicates(subset=['poliza'])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T5 · NaN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Integrador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20 minutos — groupby + apply + merge + NaN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138988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 con imperfecciones reales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3502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48590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cartera = pd.DataFrame({'poliza':['A01','A02','A03','A04','A05','A06'],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63677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'ramo_id':['R01','R02','R01','R03','R02','R01'],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78765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'prima':[3200,5800,np.nan,9100,4100,2600],'siniest':[0,1,0,2,0,np.nan]})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93852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ramos = pd.DataFrame({'ramo_id':['R01','R02','R03'],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08940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'nombre_ramo':['GMM','Autos','Vida'],'tasa':[0.022,0.035,0.018]})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468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Tareas: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779776"/>
            <a:ext cx="8357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1. Detecta cuantos NaN hay por columna. Rellena prima con la mediana y siniest con 0.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200400"/>
            <a:ext cx="8357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2. Haz un left merge de cartera con ramos usando 'ramo_id'.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21024"/>
            <a:ext cx="8357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3. Con apply, crea la columna 'riesgo' usando clasificar_riesgo() de mi_modulo.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041648"/>
            <a:ext cx="8357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4. Con groupby, calcula por nombre_ramo: total polizas, prima total y siniestros totales.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462272"/>
            <a:ext cx="8357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5. Agrega columna 'pct_cartera' = prima del ramo / prima total de toda la cartera * 100.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7  ·  Mie 29 de abril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Ejercicio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Resumen Sesion 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</a:rPr>
              <a:t>T5 Pandas — Operaciones avanzadas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350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3167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groupby: Split-Apply-Combine — resumen por grupo en una sola linea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73736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.agg(): multiples funciones a la vez — count, sum, mean, std y propias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7627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21579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apply: cualquier funcion sobre columna (axis=0) o fila (axis=1)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96896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25786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merge: left/inner/outer — unir DataFrames por clave comun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1752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29992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NaN: .isna().sum(), .fillna() con valor/media/mediana, .dropna(subset=)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438144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9808" y="341985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Duplicados: .duplicated() y .drop_duplicates()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11480" y="4005072"/>
            <a:ext cx="832104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11480" y="4005072"/>
            <a:ext cx="91440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05993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4400" y="40416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Proxima: Sab 2 mayo · 07:00-11:00 h (4 hrs) · T5: Leer CSV/Excel/Parquet + pivot_table + dtypes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2026-04-29T02:32:43Z</dcterms:created>
  <dcterms:modified xsi:type="dcterms:W3CDTF">2026-04-29T02:32:43Z</dcterms:modified>
</cp:coreProperties>
</file>